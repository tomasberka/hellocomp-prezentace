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822960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F061C"/>
                </a:solidFill>
                <a:latin typeface="Calibri"/>
              </a:defRPr>
            </a:pPr>
            <a:r>
              <a:t>HELLOCOMP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Social Media Content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Co jsme vytvorili  /  Co funguje  /  30 novych napadu  /  Dalsi kroky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Tomas Berka  //  Brezen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64008" cy="91440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Co uz mame — prehled hotove prace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31 video spotu — temata a formaty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90denni plan — 3 faze nasazeni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86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886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Instagram carousely — hotove sady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72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Co funguje — analyza formatu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257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257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30 novych video napadu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943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Tydenni rytmus — publishing kadencie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6629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6629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Dalsi kroky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926080"/>
            <a:ext cx="73152" cy="164592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 UZ MAME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Prehled vsech hotovych social media materialu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64008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HOTOVA PRACE — CISLA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DF061C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Video scriptu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90s TikTok/Reels</a:t>
            </a:r>
            <a:br/>
            <a:r>
              <a:t>hotove k natoceni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DF061C"/>
                </a:solidFill>
                <a:latin typeface="Calibri"/>
              </a:defRPr>
            </a:pPr>
            <a:r>
              <a:t>25+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SEO video scriptu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Delsi format pro YouTube</a:t>
            </a:r>
            <a:br/>
            <a:r>
              <a:t>5-20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DF061C"/>
                </a:solidFill>
                <a:latin typeface="Calibri"/>
              </a:defRPr>
            </a:pPr>
            <a:r>
              <a:t>60+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Video napadu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90denni content plan</a:t>
            </a:r>
            <a:br/>
            <a:r>
              <a:t>3 faze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DF061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IG carouselu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Sady po 5-8 slidu</a:t>
            </a:r>
            <a:br/>
            <a:r>
              <a:t>hotove k publikaci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21031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DF061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Brand voice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Ton, jazyk, pravidla</a:t>
            </a:r>
            <a:br/>
            <a:r>
              <a:t>kompletni manual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Calibri"/>
              </a:defRPr>
            </a:pPr>
            <a:r>
              <a:t>Vsechny skripty jsou ve formalnim vykani, s hookem v prvnich 3 sekundach, pripravene pro ctecku textu.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926080"/>
            <a:ext cx="73152" cy="164592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31 VIDEO SPOTU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Kratke formaty 60-90s — TikTok, Instagram Reels, YouTube Shorts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64008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31 SPOTU — ROZDELENI PODLE TYPU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108960" cy="30175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3108960" cy="54864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CENA &amp; HODNOTA (5)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Co za 20k herni PC 2026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Co za 30k herni PC 2026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Budget gaming pod 15k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Zakaznik objednal za 35k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Kdy koupit PC — sezonni tipy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108960" cy="30175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108960" cy="54864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VZDELANI &amp; HW (10)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GPU vs CPU — co je dulezitejsi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Kolik RAM na gaming 2026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SSD vs HDD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Intel vs AMD 2026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RTX 4060 vs RX 7600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Bottleneck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Monitor 144 vs 240 Hz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Vzduch vs vodni chlazeni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RGB — smysl nebo preplaceni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Napajeci zdroj — nebezpecna chyba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371600"/>
            <a:ext cx="3108960" cy="30175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1371600"/>
            <a:ext cx="3108960" cy="54864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ZAKULISI &amp; DUVERA (6)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96596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Proc koupit od HelloComp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Jak testujeme kazdy PC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Stavime PC za 40k — timelapse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Zakaznik si sestavil sam — neslo to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Jak cistit herni PC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5 veci po spusteni noveho 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64240" y="1371600"/>
            <a:ext cx="3108960" cy="30175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064240" y="1371600"/>
            <a:ext cx="3108960" cy="54864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LIFESTYLE &amp; RADY (10)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196596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3 chyby pri vyberu PC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Proc PC laguje — 4 priciny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PC vs konzole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Jak vybrat monitor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Herni PC jako darek — pro rodice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Herni headset — pozor na co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Ultimate Buying Guide [YT]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Proc herni PC vydrzi 5 let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Streamovani — co potrebujete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Co je herni vs kancelarsky 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ROZLOZENI FORMATU: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03520"/>
            <a:ext cx="329184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303520"/>
            <a:ext cx="73152" cy="91440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F061C"/>
                </a:solidFill>
                <a:latin typeface="Calibri"/>
              </a:defRPr>
            </a:pPr>
            <a:r>
              <a:t>KRATKE 60-90s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23 spotu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5303520"/>
            <a:ext cx="329184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530352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DLOUHE 3-5min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 spotu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5303520"/>
            <a:ext cx="329184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530352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BTS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 spoty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5836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PLATFORMY:  TikTok (31/31)   |   Instagram Reels (28/31)   |   YouTube (8/31)   |   YouTube Shorts (23/31)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64008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90DENNI PLAN — 3 FAZE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206240" cy="62179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4206240" cy="54864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F061C"/>
                </a:solidFill>
                <a:latin typeface="Calibri"/>
              </a:defRPr>
            </a:pPr>
            <a:r>
              <a:t>FAZE 1: ZAKLAD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Den 1-30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15 videi (1 kazde 2 dny)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Cil: 500 TikTok followers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Cil: 10 000 views celkem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Spustit IG Reels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Format: kratke vzdelavaci tipy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Launch: kdo jsme, co delame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BTS zabery z dilny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371600"/>
            <a:ext cx="4206240" cy="62179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94960" y="1371600"/>
            <a:ext cx="4206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FAZE 2: MOMENTUM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Den 31-60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5603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15 videi (kazdy 2. den)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Cil: 2 000 followers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Cil: 50 000 views celkem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Pridame YouTube kanal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Delsi srovnavaci videa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Zakaznicke pribehy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Prvni paid boost na best-of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371600"/>
            <a:ext cx="4206240" cy="62179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75520" y="1371600"/>
            <a:ext cx="42062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FAZE 3: SKALOVANI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Den 61-90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5603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20+ videi (obden + bonusy)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Cil: 5 000 followers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Cil: 150 000 views celkem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Obsahove serie (3-5 dilu)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Spoluprace s CZ gaming komunitou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Live Q&amp;A / build stream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Retargetingova kampan z videi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64008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INSTAGRAM CAROUSELY — HOTOVE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10 carouselovych sad, kazda 5-8 slidu. Edukativni obsah prevadeny z blog clanku.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640080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F061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Jak vybrat herni 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5 slidu — rozhodovaci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828800"/>
            <a:ext cx="640080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9202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F061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GPU vs 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6 slidu — co je dulezitejsi pro gaming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26080"/>
            <a:ext cx="640080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F061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Kolik RAM potrebujete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5 slidu — 16 vs 32 GB v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926080"/>
            <a:ext cx="640080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0175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F061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SSD vs HDD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5 slidu — proc HDD uz nestaci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23360"/>
            <a:ext cx="640080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F061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 nejcastejsi chyby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6 slidu — bottleneck, RAM, PSU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4023360"/>
            <a:ext cx="640080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1148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F061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Proc HelloComp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5 slidu — rucni stavba, testovani, servis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120640"/>
            <a:ext cx="640080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21207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F061C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Budget gaming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7 slidu — co za 15-20k Kc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5120640"/>
            <a:ext cx="640080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521207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F061C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Intel vs AMD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6 slidu — Arrow Lake vs Ryzen 9000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6217920"/>
            <a:ext cx="640080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630935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F061C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6309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Chlazeni PC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6675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5 slidu — vzduch vs voda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6217920"/>
            <a:ext cx="640080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630935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F061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6309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Prvni zapnuti PC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6675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8 slidu — 5 veci co udelat hned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926080"/>
            <a:ext cx="73152" cy="164592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 FUNGUJE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Analyza formatu a temat pro dalsi rozsireni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64008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FORMATY KTERE FUNGUJOU NA GAMING NICHE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108960" cy="59436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3108960" cy="54864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CENOVE SROVNANI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2560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'Co za 20k/30k/40k' = jasna hodnota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Divak presne vi co dostane za sve penize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Hook: konkretni castka = okamzity zajem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EASY to film: komponenty na stole + benchmark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&gt;&gt;&gt; ROZSIRIT: 50k, 100k+, upgrade za 3k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Nejvetsi engagement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108960" cy="59436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108960" cy="54864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BTS / ZAKULISI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2560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Testovani, stavba, baleni = ASMR efekt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Autenticke, neni treba script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Buduje 'uprimny geek' brand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Nizke naroky na produkci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&gt;&gt;&gt; ROZSIRIT: 24h v dilne, reklamace,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Nejvyssi duvera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108960" cy="59436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371600"/>
            <a:ext cx="3108960" cy="54864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VS / SROVNANI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1965960"/>
            <a:ext cx="2560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'X vs Y' = lide to hledaji na Google/YT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Jasna struktura: specs, benchmark, verdikt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Reusable format — nova GPU = novy spot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Funguje kratky (60s TikTok) i dlouhy (YT)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&gt;&gt;&gt; ROZSIRIT: RTX 5070 vs Ti, DDR4 vs DDR5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Nejvyssi SEO hodnota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64240" y="1371600"/>
            <a:ext cx="3108960" cy="59436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064240" y="1371600"/>
            <a:ext cx="3108960" cy="54864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ZAKAZNICKE PRIBEHY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1965960"/>
            <a:ext cx="2560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'Zakaznik objednal za 35k' = social proof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Emotivni content = shares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Realne lide, realne reakce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Nenuti prodavat — prirozeny CTA</a:t>
            </a:r>
          </a:p>
          <a:p>
            <a:pPr>
              <a:spcBef>
                <a:spcPts val="400"/>
              </a:spcBef>
              <a:defRPr sz="1300" b="0">
                <a:solidFill>
                  <a:srgbClr val="AAAAAA"/>
                </a:solidFill>
                <a:latin typeface="Calibri"/>
              </a:defRPr>
            </a:pPr>
            <a:r>
              <a:t>  &gt;&gt;&gt; ROZSIRIT: unboxing, prechod z konzole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Nejvyssi konverze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926080"/>
            <a:ext cx="73152" cy="164592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30 NOVYCH VIDEO NAPADU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Calibri"/>
              </a:defRPr>
            </a:pPr>
            <a:r>
              <a:t>Rozsireni toho co funguje — zalozeno na 31 existujicich spotech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64008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NAPADY #32-#37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F061C"/>
                </a:solidFill>
                <a:latin typeface="Calibri"/>
              </a:defRPr>
            </a:pPr>
            <a:r>
              <a:t>CENA &amp; HODNOTA — Rozsireni nejuspesnejsiho formatu — 'co za X penez'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32. Co za 50 000 Kc herni PC — stoji to za 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High-end segment. RTX 5080, 4K gaming, ray tracing on. Side-by-side s 30k sestavou — uvidite rozdil? Navazuje na spoty 02+03.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33. Co za 100k+ herni PC — pro koho to je?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RTX 5090, 64 GB DDR5, 4K/120Hz. Streaming + rendering soucasne. Content creator setup. Show-off ale s ucelem — ukazat ROI.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60s TikTok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34. Nejlepsi upgrade za 3000 Kc — co zmeni nejvic?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SSD za 1200 / 16 GB RAM za 1500 / CPU cooler za 800. Jeden upgrade, meritelny rozdil. Before/after benchmark.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35. Herni PC za 25k vs 50k — opravdu vidite rozdil?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Side-by-side gameplay Cyberpunk + Fortnite. FPS overlay, load times, teploty. Divak si rekne: 'staci mi 25k' nebo 'chci 50k'.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36. Jaky PC si kupuji CZ streameri?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3 realne konfigurace od znamych ceskych streameru/hracu. Specs + proc dava smysl. Collab potencial.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37. 5 veci na kterych NIKDY nesetrete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PSU, SSD, chlazeni, case airflow, zakladni deska. Kazda s prikladem co se stane kdyz usetrite.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64008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NAPADY #38-#43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F061C"/>
                </a:solidFill>
                <a:latin typeface="Calibri"/>
              </a:defRPr>
            </a:pPr>
            <a:r>
              <a:t>ZAKULISI &amp; DUVERA — Autenticky obsah z dilny — budovani duvery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60s TikTok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38. Jak balime PC za 80 tisic — zakulisi HelloComp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Stress-test, cable management, antistaticke baleni, double-check. ASMR-style. Satisfying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39. Nejvetsi fail co jsme videli — PC z konkurence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Storytime. Slaby PSU, spatne osazena RAM, nulovy cable management. Zakaznik prisel za nami, opravili jsme 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2-3min YT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40. 24 hodin v HelloComp dilne — den technika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Vlog-style. Ranni briefing, 3 stavby, testovani, baleni, expedice. Autenticke. Ukazat ze za znackou stoji lide.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41. Proc kazdy PC testujeme 48 hodin pred odeslanum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Proces: FurMark, AIDA64, realne hry 8 hodin. Teploty, stabilita, hluk. Tohle zadna Alza nedela.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60s TikTok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42. Nase nejmensi reklamovana objednavka — proc mame pod 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Transparentnost. Realne cisla. Kvalitni komponenty + testovani = skoro nulove reklamace. Sila socialni duvery.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60s TikTok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43. Reakce na komentar: 'PC za 20k je vyhoz penez'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Response/duet format. Ukazeme co 20k sestava realne zvladne — FPS cisla v Fortnite, Valorant, CS2. Data biji nazor.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64008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NAPADY #44-#49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F061C"/>
                </a:solidFill>
                <a:latin typeface="Calibri"/>
              </a:defRPr>
            </a:pPr>
            <a:r>
              <a:t>EDUKACE &amp; SEO — Navazujeme na blog clanky — video verze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44. DDR4 vs DDR5 — stoji upgrade za 2000 Kc navic?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Benchmark side-by-side. Realne FPS rozdily ve hrach. Spoiler: u gamingu minimalni, u renderingu velke.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60s TikTok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45. PCIe 4.0 vs 5.0 SSD — poznas rozdil v hrach?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Load time test: 5 her. Pro hrace minimalni, pro editory obrovske. Stitek: 'Nepreplacejte za neco co nevyuzijete.'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46. RTX 5070 vs RTX 5070 Ti — stoji Ti priplatek?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2026 benchmark. 1080p / 1440p / 4K. 5 her. Jasny verdikt s cenovym kontextem.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47. Ryzen 9000 vs Arrow Lake — kdo vede v 2026?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Update formatovy spot. Novy hardware = novy content. Gaming, multitask, rendering. 3 scenare.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60s TikTok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48. Co je bottleneck a jak ho odhalit za 30 sekund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Prakticky navod: Task Manager + HWiNFO. Ukazka na realnem PC. Hook: 'Mate RTX 5070 a 45 FPS? Tohle je duvod.'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60s TikTok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49. 3 nastaveni Windows co okamzite zrychli PC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Game Mode, GPU scheduling, power plan. Meritelne pred/po. Jednoduchy win pro kazdeho.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64008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NAPADY #50-#55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F061C"/>
                </a:solidFill>
                <a:latin typeface="Calibri"/>
              </a:defRPr>
            </a:pPr>
            <a:r>
              <a:t>ZAKAZNICKE PRIBEHY — Social proof — realni lide, realne reakce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60s TikTok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50. Zakaznik presel z konzole na PC — jeho reakce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Real zakaznik. 30fps na PS5 vs 144fps na nasem PC. Uprimna reakce na prvni zapnuti. Social proof gold.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51. 14-lety kluk si nasetril na prvni herni PC — unboxing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Emotivni content. Unboxing + prvni zapnuti + prvni hra. Rodina se diva. Shareable moment.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52. Tatinek kupuje synovi PC — pruvodce pro rodice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Realne otazky rodice: 'Co je GPU? Kolik to bude stat? Vydrzi to?' Nase odpovedi. Cil: rodice sdili.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60s TikTok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53. Nejstarsi zakaznik HelloComp — 67 let, Farming Simulator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Gaming neni jen pro mlade. Herni PC pro kazdeho = nase motto v akci. Feel-good content.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54. 5 nejcastejsich otazek od zakazniku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FAQ format. Rychle odpovedi. Kazda otazka ma link na blog clanek v komentarich. SEO + engagement.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2-3min YT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55. Od objednavky po doruceni — cely proces A-Z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Screen recording konfiguratoru + stavba + test + baleni + doruceni. Transparentnost procesu.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64008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NAPADY #56-#61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F061C"/>
                </a:solidFill>
                <a:latin typeface="Calibri"/>
              </a:defRPr>
            </a:pPr>
            <a:r>
              <a:t>TRENDY &amp; SEZONA — Reaktivni a sezonni obsah — vzdy aktualni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56. GTA 6 na PC — jaky PC budete potrebovat?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Spekulace na zaklade pozadavku. 3 cenove hladiny: minimum / recommended / ultra. Velky search volume.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60s TikTok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57. Black Friday PC — opravdu usetrite?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Mythbusting. Realne ceny HelloComp celorocne vs 'sleva' u konkurence. Data-driven.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5544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1691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60s TikTok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011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58. Letni PC cleaning challenge — 60 sekund cisteni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83463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Satisfying obsah. Pred/po. Teploty pred/po. CTA na blog o cisteni. Sezonni = relevantni.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59. Back to school — notebook nebo desktop?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Sezonni spot. Proc desktop vyhrává pro studenty co hrajou + musi pracovat. Kalkulace cena/vykon.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90s Reels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60. Vanoce 2026 — top 3 sestavy jako darek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Gift guide. 3 cenove hladiny (15k / 25k / 40k). 'Objednavejte vcas' = urgency CTA.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4754880"/>
            <a:ext cx="4206240" cy="29260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F061C"/>
                </a:solidFill>
                <a:latin typeface="Calibri"/>
              </a:defRPr>
            </a:pPr>
            <a:r>
              <a:t>60s TikTok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2120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61. Novy rok, novy PC — upgrade plan na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0350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Lednovy spot. Jak upgradovat stary PC misto kupovani noveho. Ale kdyz uz... konfigurator CTA.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57200"/>
            <a:ext cx="64008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TYDENNI PUBLISHING RYTMUS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737360" cy="43891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737360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TikTok spot</a:t>
            </a:r>
            <a:br/>
            <a:r>
              <a:t>60s vzdelani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F061C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645920"/>
            <a:ext cx="1737360" cy="43891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645920"/>
            <a:ext cx="1737360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5603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IG Carousel</a:t>
            </a:r>
            <a:br/>
            <a:r>
              <a:t>5-8 slidu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F061C"/>
                </a:solidFill>
                <a:latin typeface="Calibri"/>
              </a:defRPr>
            </a:pPr>
            <a:r>
              <a:t>Social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645920"/>
            <a:ext cx="1737360" cy="43891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645920"/>
            <a:ext cx="1737360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5603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TikTok spot</a:t>
            </a:r>
            <a:br/>
            <a:r>
              <a:t>90s srovnani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F061C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1645920"/>
            <a:ext cx="1737360" cy="43891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1645920"/>
            <a:ext cx="1737360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5603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IG Stories</a:t>
            </a:r>
            <a:br/>
            <a:r>
              <a:t>anketa/quiz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F061C"/>
                </a:solidFill>
                <a:latin typeface="Calibri"/>
              </a:defRPr>
            </a:pPr>
            <a:r>
              <a:t>Engage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645920"/>
            <a:ext cx="1737360" cy="43891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1645920"/>
            <a:ext cx="1737360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5603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YouTube video</a:t>
            </a:r>
            <a:br/>
            <a:r>
              <a:t>3-5 min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F061C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1645920"/>
            <a:ext cx="1737360" cy="43891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15600" y="1645920"/>
            <a:ext cx="1737360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25603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TikTok BTS</a:t>
            </a:r>
            <a:br/>
            <a:r>
              <a:t>zakulisi dilny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F061C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435840" y="1645920"/>
            <a:ext cx="1737360" cy="43891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435840" y="1645920"/>
            <a:ext cx="1737360" cy="64008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3584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3000" y="256032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Repost best-of</a:t>
            </a:r>
            <a:br/>
            <a:r>
              <a:t>+ FB cross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7300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F061C"/>
                </a:solidFill>
                <a:latin typeface="Calibri"/>
              </a:defRPr>
            </a:pPr>
            <a:r>
              <a:t>Recycle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5836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666666"/>
                </a:solidFill>
                <a:latin typeface="Calibri"/>
              </a:defRPr>
            </a:pPr>
            <a:r>
              <a:t>= 4 videa + 2 social posty + 1 recyklace = 7 kusu obsahu tydne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71323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Kazdy spot je recyklovatelny: TikTok &gt; IG Reels &gt; YT Shorts &gt; FB video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64008" cy="82296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DALSI KROKY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7451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Natocit prvnich 10 spotu (cena + BTS)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8745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Tento tyden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06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Spustit TikTok ucet @hellocomp.cz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26060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Do 3 dnu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337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Publikovat 3 IG carousely z hotovych sad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3337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Do 5 dnu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23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069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Nastavit IG Reels cross-posting z TikToku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4069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Do 7 dnu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54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800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Faze 1: 15 videi behem prvnich 30 dnu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4800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Mesic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486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532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Vyhodnotit best-performing formaty a zdvojnasobit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5532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Po 30 dnech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2179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6263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Spustit YouTube kanal + prvni 3-5min 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263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Mesic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949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F061C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6995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Faze 2+3: scaling na 5000 followers, 150k 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995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Mesic 2-3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8229600"/>
          </a:xfrm>
          <a:prstGeom prst="rect">
            <a:avLst/>
          </a:prstGeom>
          <a:solidFill>
            <a:srgbClr val="DF0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F061C"/>
                </a:solidFill>
                <a:latin typeface="Calibri"/>
              </a:defRPr>
            </a:pPr>
            <a:r>
              <a:t>HELLOCOMP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61 videi. 10 carouselu. 1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463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Obsah ktery buduje autoritu a prodava pres odbornost.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hellocomp.cz  //  @hellocomp.cz  //  Tomas Berka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