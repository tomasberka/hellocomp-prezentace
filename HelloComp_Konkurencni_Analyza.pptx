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KONKURENCNI ANALYZA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Herni pocitace pro kazdeho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— Herni PC a komponenty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Pripraveno pro vedeni  |  31. brezna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KONTEXT TRHU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0584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Cesky trh s hernimi PC v roce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25880"/>
            <a:ext cx="256032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$96.7B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Globalni trh 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hrani (2026)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325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32588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38328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Podil desktopu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prodejich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325880"/>
            <a:ext cx="256032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21792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Mezirocni 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prodeje hardwaru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17520"/>
            <a:ext cx="73152" cy="1463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Cesky trh — klicove poznatky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Cesky herni trh roste diky silnemu internetu a nadsene komunitre hracu. Import vsak zpomalil (CAGR -2,73 % v letech 2020-2024), coz tlaci zakazniky k lokalnim stavitelum s lepsimi cenami, rychlejsim servisem a ceskou podporou.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Sestavy ve stredni tride (25-60 tis. Kc) tvori 43 % prodeje — presne nas segment.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HELLOCOMP DNES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384048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411480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C1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/ 5.0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115+ hodnoceni na Heureka.cz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z nejduveryhodnejsich e-shopu na trhu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754880" y="960120"/>
            <a:ext cx="196596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6984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12080" y="1051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Rucni stavba v Praze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892040" y="1399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Kazde PC sestaveno techniky, zatezove testy stability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903720" y="960120"/>
            <a:ext cx="196596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06984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60920" y="1051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Zaruka 24 mesicu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040880" y="13990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Kompletni cesky servis a podpora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54880" y="1965960"/>
            <a:ext cx="196596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07568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5090 pripraveno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892040" y="2404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Nejnovejsi NVIDIA (GAMER Matrix, Individual Extreme)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903720" y="1965960"/>
            <a:ext cx="1965960" cy="868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20756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6092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Individualni pristup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7040880" y="2404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Osobni konzultace, demo a nastaveni PC pri prevzeti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48640" y="3246120"/>
            <a:ext cx="8046720" cy="1143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Shape 17"/>
          <p:cNvSpPr/>
          <p:nvPr/>
        </p:nvSpPr>
        <p:spPr>
          <a:xfrm>
            <a:off x="548640" y="3246120"/>
            <a:ext cx="73152" cy="1143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18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pozice na trhu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91440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"Herni pocitace pro kazdeho" — specialista na herni PC znamý kvalitni stavbou a osobnim pristupem. Od zakladnich po high-end sestavy, kazdy zakaznik dostane remeslnou kvalitu a peci.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9" name="Text 2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KONKURENCNI PROSTREDI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058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hlavni konkurenti na ceskem trhu herních PC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188720"/>
            <a:ext cx="73152" cy="1051560"/>
          </a:xfrm>
          <a:prstGeom prst="rect">
            <a:avLst/>
          </a:prstGeom>
          <a:solidFill>
            <a:srgbClr val="68B92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43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Alza.cz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8B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Masovy retailer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0" y="12435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Silne stranky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926080" y="1463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Nejvetsi cesky e-shop. 100+ AlzaBoxu. Dodani do 24h vcetne vikendu. Silna znacka, 179K Instagram.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Slabe stranky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60720" y="14630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Genericke sestavy, malo customizace. Herni PC je jedna z tisice kategorii.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2377440"/>
            <a:ext cx="73152" cy="10515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432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CZC.cz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Elektronika retailer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Silne stranky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926080" y="26517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trhu od 1998. IT specialista. Sestavovaci sluzba. Dobra reputace v Praze.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24323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Slabe stranky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26517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Siroky zaber oslabuje gaming identitu. Slabsi social media (13K TikTok).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621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Smarty.cz (TIGO)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296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stavitel + influencer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926080" y="3621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Silne stranky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926080" y="38404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Sestaveni do 2 dni. Spoluprace s Agraelus. Zaruka 36 mesicu. Cable management.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60720" y="36210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Slabe stranky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60720" y="38404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Mensi znacka. Slabsi premiove pozicovani. Starsi GPU v zakladnich konfiguracich.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SROVNANI 1:1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HelloComp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Alza.cz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CZC.cz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Smarty/TIGO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Stavba na miru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Rucni + testovano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Zakladni konfig.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Sestaveni k disp.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TIGO serie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Hodnoceni Heureka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 / 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 / 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 / 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/ 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Zaruka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mes. + CZ servis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mesicu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mesicu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mesicu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RTX 5090 sestavy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Vice konfiguraci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Omezene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dispozici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konfigurace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Pouze herni PC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Vse (elektronika)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+ elektronika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 + gaming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Osobni pristup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+ nastaveni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Samoobsluha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Poradenstvi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objednavka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C1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 (Instagram)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179K IG, 25K TT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13K TikTok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8A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Agraelus collab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POZICNI MAPA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058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Specializace vs. siroka nabidka  |  Premiovost vs. hodnota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097280" y="2880360"/>
            <a:ext cx="45720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83280" y="1234440"/>
            <a:ext cx="0" cy="32918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926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SIROKA NABIDKA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926080" y="1005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926080" y="4544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HODNOTA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0" y="1645920"/>
            <a:ext cx="502920" cy="502920"/>
          </a:xfrm>
          <a:prstGeom prst="ellipse">
            <a:avLst/>
          </a:prstGeom>
          <a:solidFill>
            <a:srgbClr val="E94560">
              <a:alpha val="80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216712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68B92E">
              <a:alpha val="80000"/>
            </a:srgbClr>
          </a:solidFill>
          <a:ln w="25400">
            <a:solidFill>
              <a:srgbClr val="68B9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2670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8B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Alza.cz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0" y="2651760"/>
            <a:ext cx="548640" cy="548640"/>
          </a:xfrm>
          <a:prstGeom prst="ellipse">
            <a:avLst/>
          </a:prstGeom>
          <a:solidFill>
            <a:srgbClr val="0066CC">
              <a:alpha val="80000"/>
            </a:srgbClr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3736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CZC.cz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0" y="3017520"/>
            <a:ext cx="457200" cy="457200"/>
          </a:xfrm>
          <a:prstGeom prst="ellipse">
            <a:avLst/>
          </a:prstGeom>
          <a:solidFill>
            <a:srgbClr val="FF6B35">
              <a:alpha val="80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Smarty/TIGO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12344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prilezitost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09360" y="173736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"Herni pocitace pro kazdeho" — jediny specialista, ktery kombinuje remeslnou kvalitu s pristupnosti.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 a CZC jsou masovi retaileri — nemohou nabidnout nasi uroven remeslne pece a osobniho pristupu.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Smarty/TIGO soutezi o podil herniho trhu, ale sazi na influencery, ne na kvalitu.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Nikdo jiny nekombinuje gaming specializaci s pristupnosti pro vsechny cenove hladiny.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KDE VYHRAVAME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3886200" cy="54864"/>
          </a:xfrm>
          <a:prstGeom prst="rect">
            <a:avLst/>
          </a:prstGeom>
          <a:solidFill>
            <a:srgbClr val="F0C14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88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Duvera a reputace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4,8/5 hvezd. Zakaznici chvali komunikaci, rychlost a ochotu (napr. zdvojeni RAM zdarma pri nedostatku na sklade). To je nas prikop.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005840"/>
            <a:ext cx="38862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188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 kazdeho hrace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3776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"Herni pocitace pro kazdeho" — od 15 tis. do 150 tis. Kc. Alza prodava vse. My zijeme gaming a nabizime ho kazdemu.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606040"/>
            <a:ext cx="38862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788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Remeslna kvalita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3154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Rucne sestaveno ceskymi techniky, individualne zatezove testy. Zadna skladova linka. Zakaznici to poznaji.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2606040"/>
            <a:ext cx="3886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2606040"/>
            <a:ext cx="3886200" cy="5486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27889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Osobni zazitek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37760" y="3154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Osobni konzultace, demo a nastaveni PC pri prevzeti. Konkurence posle krabici. My dodavame zazitek.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8B9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BATTLECARD: ALZA.CZ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B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Jejich pitch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"Nejvetsi cesky e-shop. Vse na jednom miste. Doruceni do 24h." Siroky vyber, financovani od 4,9 %, AlzaBoxy. Dedicka herni sekce s RTX 5060-5090.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vyhoda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Osobni pristup, rucni stavba, zatezove testy. Alza posle krabici z regalu — my predame zazitek. 4,8 vs. 4,6 na Heurece.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Zvladani namitek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9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"Alza dorucuje do 24h"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6791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 posilá hotove sestavy z regalu. My kazdy kus rucne stavime a testujeme — kvalita si zaslouzi cas.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"Alza ma AlzaBoxy vsude"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33192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PC si vyzvednete osobne v Praze s demonstraci a nastavenim. To zadny AlzaBox nenabidne.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"Alza je levnejsi"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959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Srovnejte Apple-to-Apple. Nase sestavy zahrnuji premium stavbu, testy a osobni servis v cene.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BATTLECARD: CZC.CZ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Jejich pitch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 elektronikou poradime nejlip." Na trhu od 1998. IT specialista s poradenstvim. Sestavovaci sluzba. Vicero prodejen.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vyhoda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CZC prodava vse od sluchatek po tiskárny. My jsme gaming-only. Nas Heureka 4,8 vs. jejich 4,3 mluvi za sebe. Slabsi social = prostor pro nas.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Zvladani namitek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9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"CZC je na trhu od 1998"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6791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Delka na trhu nezarucuje kvalitu. My mame 4,8 hvezd — to je dnesni reputace, ne vcera.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"CZC ma sestavovaci sluzbu"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33192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Sluzba ≠ remeslo. Nase PC jsou rucne stavene s individualnymi zatezovymi testy — ne skladova montaz.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"CZC ma poradenstvi v prodejne"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959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nabizime osobni demo + nastaveni vaseho PC. Poradenstvi je zaklad — my pridavame zazitek.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BATTLECARD: SMARTY.CZ / TIGO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Jejich pitch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sestavy TIGO ve spolupraci s Agraelus (420K+ IG). Sestaveni do 2 prac. dnu. Zaruka 36 mesicu. RTX 5090 konfigurace. Cable management a kvalitni preprava.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vyhoda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TIGO stavi na jmenu influencera — my stavime na remeslne kvalite a osobnim pristupu. Nase 4,8 na Heurece je vyssi nez jejich 4,5. Vice RTX 5090 konfiguraci.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Zvladani namitek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9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"TIGO ma Agraeluse"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67919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≠ kvalita. My mame 4,8 od beznych zakazniku, ne od fanousku streamera. Nase recenze jsou organicke.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"Smarty sestavi do 2 dnu"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33192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Rychlost ≠ kvalita. My kazdy kus individualne testujeme a nabizime osobni prevzeti s demonstraci.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"TIGO ma zaruku 36 mesicu"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959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Delsi zaruka je fajn. My nabizime 24 mesicu + cesky servis s osobnim pristupem. Kvalita nasich sestav znamena mene reklamaci.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OSTREJSI MESSAGING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0584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Kampanove zpravy preformulovane proti konkurenci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"Stavime herni PC"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216152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472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"Herni pocitace pro kazdeho — rucne postavene v Praze, ne z regalu"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47472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Motto + remeslo v jednom. Odlisuje od Alza/CZC a ukazuje pristupnost.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"Kvalitni komponenty"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7627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"Kazda sestava zatezove testovana. 4,8 hvezd od 115+ hracu."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47472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Vede dukazem, ne tvrzenim. Social proof je nase nejsilnejsi zbran.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8640" y="3063240"/>
            <a:ext cx="804672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"Rychle doruceni"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13639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7472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"Kazde PC stavime peclivé — protoze vase hra si zaslouzi vic nez krabici z regalu."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47472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Preklapa slabinu (cas) v silu (remeslna pece). Meni narativ.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 ceny"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409651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47472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"RTX 5090 od specialistu, kteri opravdu hraji — ne ze supermarketu."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47472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Posun od ceny k expertize. Pozicuje nas jako volbu hrace.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26" name="Text 19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3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DOPORUCENI A DALSI KROKY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8640" y="77724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868680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86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83210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 social proof na vsech kanalech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1064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4,8 rating a zakaznicke pribehy jsou signal c. 1. Recenze jako hero obsah na IG Reels, TikTok a FB.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2704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618488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5819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Vlastnit 'rucne staveno v Praze' jako tagline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18562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Zadny konkurent to nemuze tvrdit s nasi duverou. Odlisuje od Alzy i Smarty.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27685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368296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368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23317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Vytvaret srovnavaci obsah (my vs. masovi retaileri)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371600" y="2606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Reels: nas proces stavby vs. genericky balik z e-shopu. Nechte remeslo mluvit.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02666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3118104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71600" y="3081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Cilit stredni tridu s RTX 5090 obsahem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71600" y="33558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25-60 tis. Kc tvori 43 % trhu. GAMER serie = chytra volba nadsence.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377647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3867912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371600" y="38313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Spustit lead magnet: 'Pruvodce nakupem herniho PC 2026'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371600" y="41056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Vzdelavaci obsah = autorita. Zachytit emaily lidi, kteri hledaji sestavy.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328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HelloComp.cz  |  Herni pocitace pro kazdeho  |  Brezen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HelloComp — Konkurencni Analyza</dc:title>
  <dc:subject>PptxGenJS Presentation</dc:subject>
  <dc:creator>HelloComp Marketing</dc:creator>
  <cp:lastModifiedBy>HelloComp Marketing</cp:lastModifiedBy>
  <cp:revision>1</cp:revision>
  <dcterms:created xsi:type="dcterms:W3CDTF">2026-03-30T23:10:19Z</dcterms:created>
  <dcterms:modified xsi:type="dcterms:W3CDTF">2026-03-30T23:10:19Z</dcterms:modified>
</cp:coreProperties>
</file>