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6858000" cy="2743200"/>
          </a:xfrm>
          <a:prstGeom prst="rect">
            <a:avLst/>
          </a:prstGeom>
          <a:solidFill>
            <a:srgbClr val="161B22">
              <a:alpha val="40000"/>
            </a:srgbClr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HELLOCOMP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90-Day Growth Plan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Social Media  ·  Customer Acquisition Strategy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Prepared by Tomáš Berka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773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hellocomp.cz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JSME TEĎ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Výchozí pozice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Silné stránky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Ruční sestavení + testování každého PC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Zákaznický servis i v neděli večer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Cenové rozpětí 15K–150K Kč (pro každého)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4,8★ průměr hodnocení Heureka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Jasná brand persona — Tomáš jako brand 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Co chybí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73736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Konzistentní obsah na soc. sítích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teprve rozjíždíme — @hellocomp.cz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podstránky pro klíčová slova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systematický akvizičního funnel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 mimo stávající zákazníky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Příležitost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mil. hráčů v ČR — rostoucí segment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Velcí hráči (Alza, CZC) nemají osobní přístup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video obsah — nejlevnější akvizice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micro-influenceři — dostupní a engaged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Sezónní špičky: back-to-school, Vánoce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to celé funguje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IG Reels · YouTube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vzdělávání, 30% promo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4288" y="2359152"/>
            <a:ext cx="201168" cy="0"/>
          </a:xfrm>
          <a:prstGeom prst="line">
            <a:avLst/>
          </a:prstGeom>
          <a:noFill/>
          <a:ln w="25400">
            <a:solidFill>
              <a:srgbClr val="445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18872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8872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810512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Organický dosah + SEO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Influenceři + komunitní engmt.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2359152"/>
            <a:ext cx="201168" cy="0"/>
          </a:xfrm>
          <a:prstGeom prst="line">
            <a:avLst/>
          </a:prstGeom>
          <a:noFill/>
          <a:ln w="25400">
            <a:solidFill>
              <a:srgbClr val="4455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8872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88720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AKVIZICE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10512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Návštěvnost hellocomp.cz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· Email capture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01968" y="2359152"/>
            <a:ext cx="201168" cy="0"/>
          </a:xfrm>
          <a:prstGeom prst="line">
            <a:avLst/>
          </a:prstGeom>
          <a:noFill/>
          <a:ln w="25400">
            <a:solidFill>
              <a:srgbClr val="4455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188720"/>
            <a:ext cx="192024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188720"/>
            <a:ext cx="1920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KONVERZE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10512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Prodej PC sestavy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Opakovaný zákazník + doporučení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49040"/>
            <a:ext cx="64008" cy="10515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Klíčový princip: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133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 buduje důvěru → důvěra přivádí zákazníky → zákazníci doporučují → znovu obsah. Cílem prvních 90 dní je nastartovat tento flywheel.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90-denní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59152"/>
            <a:ext cx="2706624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04288"/>
            <a:ext cx="228600" cy="2286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8688" y="2359152"/>
            <a:ext cx="270662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304288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61888" y="2359152"/>
            <a:ext cx="2706624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2304288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270662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2706624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15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1  |  Den 1 – 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Základ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&amp; content guidelines hotové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kanál optimalizován (@hellocomp.cz)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Prvních 30 videí natočeno a publikováno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strategie spuštěna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audit + keyword research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na 60 dní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663440"/>
            <a:ext cx="2423160" cy="256032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81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500 TikTok followers · 10K views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18688" y="2651760"/>
            <a:ext cx="270662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2651760"/>
            <a:ext cx="270662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715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  |  Den 31 – 60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55848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Denní publikování (1 video / den)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influencer spolupráce domluvena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SEO blogpostů publikováno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 formulář spuštěn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Testovací paid ads (1K Kč/týden)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protokol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4663440"/>
            <a:ext cx="2423160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4681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1 000 followers · 50K views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61888" y="2651760"/>
            <a:ext cx="270662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61888" y="2651760"/>
            <a:ext cx="2706624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2715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  |  Den 61 – 90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9048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Škálování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9048" y="33375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formáty zdvojnásobeny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dalších SEO článků live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kampaň spuštěna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network rozšířen (5+)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Měření ROI obsahu na prodeje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 Q3 připraven pro vedení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99048" y="4663440"/>
            <a:ext cx="2423160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4681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2 000 followers · 10K web visits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publikujeme a proč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560320" cy="2560320"/>
          </a:xfrm>
          <a:prstGeom prst="ellipse">
            <a:avLst/>
          </a:prstGeom>
          <a:solidFill>
            <a:srgbClr val="E11D48">
              <a:alpha val="90000"/>
            </a:srgbClr>
          </a:solidFill>
          <a:ln w="38100">
            <a:solidFill>
              <a:srgbClr val="E11D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1975104" cy="197510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2024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vzdělávání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645920"/>
            <a:ext cx="1645920" cy="1645920"/>
          </a:xfrm>
          <a:prstGeom prst="ellipse">
            <a:avLst/>
          </a:prstGeom>
          <a:solidFill>
            <a:srgbClr val="F59E0B">
              <a:alpha val="9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847088"/>
            <a:ext cx="1243584" cy="12435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10312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18688" y="252374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1216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Vzdělávací obsah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5270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srovnání, hardware tipy, FAQ, PC guide pro začátečníky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0" y="1325880"/>
            <a:ext cx="1188720" cy="457200"/>
          </a:xfrm>
          <a:prstGeom prst="rect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49240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Behind-the-scenes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4871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stavíme PC, testujeme sestavy, balíme zásilky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2286000"/>
            <a:ext cx="1188720" cy="457200"/>
          </a:xfrm>
          <a:prstGeom prst="rect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3136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Gaming kultura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447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gaming témata, komunitní zapojení, trendy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3246120"/>
            <a:ext cx="1188720" cy="457200"/>
          </a:xfrm>
          <a:prstGeom prst="rect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Produktový obsah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4074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showcases, cenové sestavy, sezónní akce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4206240"/>
            <a:ext cx="1188720" cy="457200"/>
          </a:xfrm>
          <a:prstGeom prst="rect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Kde a jak budeme publikovat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@hellocomp.cz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Frekvence: 1× denně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HW tipy (30–60s)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build timelapses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 srovnání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Odpovědi na komentáře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2468880" cy="274320"/>
          </a:xfrm>
          <a:prstGeom prst="rect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53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2 000 followerů do dne 90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SEKUNDÁRNÍ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@hellocomp.cz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Frekvence: 4× týdně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(repurpose z TT)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— BTS, ankety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posts — tipy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showcases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434840"/>
            <a:ext cx="246888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453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+500 followers · engagement &gt;3%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74320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BUDOUCÍ — Q3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6364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6364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HelloComp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Frekvence: 1× týdně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54203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build videa (15–20 min)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Srovnávací testy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Zákaznické příběhy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setup tours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434840"/>
            <a:ext cx="2468880" cy="2743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453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Základ pro SEO video obsah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AKVIZICE ZÁKAZNÍKŮ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přivádíme nové zákazníky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41148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Organický social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Náklady: 0 Kč / měsíc   |   Dopad: Nejvyšší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+ Reels jako primární kanál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Virální potenciál = nulové náklady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v každém videu na hellocomp.cz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11556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115568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SEO &amp; Blog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Náklady: Čas (3h/článek)   |   Dopad: Střední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blogpostů za 90 dní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Klíčová slova: 'herní PC Praha', 'gaming sestava [budget]'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výrazy s kupní intencí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9923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99232"/>
            <a:ext cx="4114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Micro-influenceři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Náklady: 0–5 000 Kč/měsíc   |   Dopad: Vysoký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71246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CZ gaming influencerů (1K–50K followerů)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Výměnné spolupráce + affiliate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Autentický dosah cílové skupiny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99923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2999232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Paid Ads (test)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Náklady: 2–4K Kč/měsíc   |   Dopad: Měřitelný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371246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retargeting (návštěvníci webu)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2 000–4 000 Kč/měsíc na test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až ve fázi 2 (den 31+)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CÍLE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měříme — a kdy to chceme mít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7432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432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Základ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followers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054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views 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5054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10 000+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809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Publikovaná videa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980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564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Reels spuštěny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456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895344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audit hotový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074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4407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dní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55264" y="1170432"/>
            <a:ext cx="27432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55264" y="1170432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92424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92424" y="1993392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0299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followers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1 000+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92424" y="2468880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83864" y="25054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views/měsíc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01184" y="25054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50 000+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92424" y="2944368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83864" y="29809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blogposty live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01184" y="2980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92424" y="3419856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34564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spolupráce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01184" y="3456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92424" y="3895344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83864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subscribers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01184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92424" y="4370832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83864" y="44074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traffic (organic)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01184" y="4407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+25%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44768" y="1170432"/>
            <a:ext cx="27432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44768" y="117043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 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81928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Škálování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281928" y="1993392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20299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followers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90688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2 000+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81928" y="2468880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25054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visits ze social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90688" y="25054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2 000+/měs.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81928" y="2944368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29809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blogposty total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90688" y="2980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81928" y="3419856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73368" y="34564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network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90688" y="3456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 aktivních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81928" y="3895344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73368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Přímé dotazy z obsahu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790688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10+/měs.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81928" y="4370832"/>
            <a:ext cx="2468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73368" y="44074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zákazníků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790688" y="4407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RYCHLÉ STARTY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0292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uděláme v prvním týdnu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640080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52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profil optimalizace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odkaz na web, profilová fotka, první pinned video — do 24 hodin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83664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83664"/>
            <a:ext cx="640080" cy="6858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0208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Prvních 5 videí natočit a publikovat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49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Formát: 'Proč HelloComp vs. Alza?' + 'Co dostaneš za 30 000 Kč herní PC?' + 3× HW tip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651760"/>
            <a:ext cx="6400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calendar sestavit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60-denní plán témat v Google Sheets. Pilíře: vzdělávání 40%, BTS 20%, gaming 25%, promo 15%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419856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419856"/>
            <a:ext cx="6400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570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keyword research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7856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klíčových slov s kupní intencí. Nástroj: Google Search Console + Ahrefs free tier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187952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187952"/>
            <a:ext cx="64008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325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261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 shortlist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5537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CZ gaming micro-influencerů (1K–50K) identifikovat a oslovit s collaboration pitch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POTŘEBUJEME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Zdroje &amp; investice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25196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42519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 Časová investice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38862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Natáčení &amp; střih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837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10–12h / týden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8862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68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Publikování &amp; správa kanálů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368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3–4h / týden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38862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2h / týden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38862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blog psaní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3h / blog post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38862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analýza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2h / týden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170432"/>
            <a:ext cx="397764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70432"/>
            <a:ext cx="3977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Měsíční rozpočet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83480" y="1755648"/>
            <a:ext cx="3657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837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spolupráce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1837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0–5 000 Kč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2286000"/>
            <a:ext cx="3657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(Fáze 2+)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368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2 000–4 000 Kč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2816352"/>
            <a:ext cx="3657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nástroje (Ahrefs apod.)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2898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1 500 Kč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3346704"/>
            <a:ext cx="3657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 &amp; editing tools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3429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500–1 000 Kč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3877056"/>
            <a:ext cx="3657600" cy="438912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Celkem / měsíc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3959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4 000–11 500 Kč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Shrnutí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Proč tohle bude fungovat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411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246888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hráčů v ČR — náš trh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517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00200"/>
            <a:ext cx="265176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3736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dní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395728"/>
            <a:ext cx="246888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prvních měřitelných výsledků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517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00200"/>
            <a:ext cx="265176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3736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4 000 Kč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395728"/>
            <a:ext cx="246888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měsíční investice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84124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03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82112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Schválit plán a uvolnit budget na Q2 → spustit Fázi 1 od pondělí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začíná natáčet prvních 5 videí tento týden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Měsíční reporting každý 1. v měsíci — KPIs vs. plán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90 dnech: review výsledků a plán Q3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hellocomp.cz  ·  Herní počítače pro každého  ·  Praha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HelloComp — 90-Day Growth Plan</dc:title>
  <dc:subject>PptxGenJS Presentation</dc:subject>
  <dc:creator>Tomáš Berka</dc:creator>
  <cp:lastModifiedBy>Tomáš Berka</cp:lastModifiedBy>
  <cp:revision>1</cp:revision>
  <dcterms:created xsi:type="dcterms:W3CDTF">2026-03-31T02:43:53Z</dcterms:created>
  <dcterms:modified xsi:type="dcterms:W3CDTF">2026-03-31T02:43:53Z</dcterms:modified>
</cp:coreProperties>
</file>